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A9E1"/>
    <a:srgbClr val="AA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BAF39-C88B-4CFA-BCA7-511B4FF48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B2E7C0-7741-4867-B51C-36A8426F7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F6C488-72EC-4049-8B90-84EF43FC1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41A7F1-15F0-4024-BFCF-9EBF617AB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E60C5F-39C6-4AD5-9ED8-E483F1C59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2989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3A3D57-A45A-433C-8A59-A21FAEB8A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0741D2-8E86-4648-A9FF-1816AC994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42EC48-E1BE-4785-8194-F147DBADF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FB8A84-08CA-47B7-A12B-1F91393D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F99517-B178-49C5-982A-1856C564F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8469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C47FF1-5517-496A-A973-96A8AF59B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715DBB5-D97F-4165-B3A0-52FD6016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B93051-E9FC-494D-BDCC-0758D6310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B33CD0-ADC6-4473-AFDA-F3A6FEF8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5645D0-9FB0-4E16-BDE8-B7F9ED30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4541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767CFE-623D-428F-B87B-974185085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85445-8583-4CE4-8B30-134E00B87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0854326-AC0E-4EF3-99F9-901CA21A5C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2231E4B-5B1F-4EC3-949A-8901524C3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F45640-1015-48C1-B7EE-7BF847E1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5229EE9-8698-41A1-B83A-948E8822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022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D6769-9021-40E5-B439-9E84E57C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719DF2-A3BE-4BC8-8F6D-2A08FA3AA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4D35BE4-8AFC-4B7E-9CAF-7E336D51AD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4B22AE9-266B-461C-83E0-497DD79C89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543066E-34C5-4B15-B1F1-762E27D1A6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A2C4ED7-CB13-4911-9D78-64334FE28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C2D4227-4566-4E22-A1E6-5241C1C5B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E643BE0-D6D4-4689-87D9-B2B8546E0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3982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A3B7ED-A70D-4DEA-9D12-9D6AE7623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359AED-23AB-46E7-8810-34244A2DD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D1E402A-3D1B-44CD-B347-9F063DDD7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6856397-4728-48B5-9FB4-90402463B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899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A9265F9-D5AA-4278-985E-BB82767CA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94C7E91-999A-4359-954A-75390277A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26FDA2B-5E2C-461E-B1FE-4E54AAD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191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5E2BEA-05EF-4087-A66B-2DF263D2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8A1383-FED6-4F60-96C5-63A9F0411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4398FC5-D9A5-401D-9E62-94F8E8408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2F9B092-79BB-4EEA-A1BA-485676F11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0C0EB2D-7342-4140-9AE1-F9ECD68BD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BCF0F1F-11EC-4A84-9E6B-1C6D93E89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808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4C267E-339B-48A1-A5C0-ED8FD79F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14180E2-921C-486C-9DD1-11A6A78C3B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18E59FA-79D7-4303-9736-4CAA29809B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D83F54-369D-4E07-9FF4-61F9A5C0F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501BED-7506-4650-94D0-7B0BA9C97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1817145-0FA5-4560-892C-FB3FE0016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082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8DE4A0-ED19-4EE8-AE36-AFBED6F9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C4DEF3-B270-4C9A-BEA1-5CAF8F7F76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2901F4-0388-4F00-A976-6EB25CB95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4FFAF7-551B-409D-89D4-C26C360DF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A1E1468-4ED7-474D-9F59-C19DC96C6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0376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6D476F9-0735-4958-9331-CDD29AACFB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99EB5E4-72C6-4317-889E-317C6A53D2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3B12AF-D13C-48CE-AD0B-AFE2F7223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214D197-7B63-405A-BBA3-CD6BB2728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078730-E781-42CF-A6A5-106C2063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2810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BCC42D-7A49-420A-A9ED-1228CBDC8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62F2231-3F40-4A80-BEF1-97A73467E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C1888E-651B-465D-84F7-73111CD0E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57A919-6E1B-4A8F-B4AD-9FFE74647BA4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D4000B3-C066-426B-A8D3-73E3D51A28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84219-4CF5-4B71-A40E-6816963E3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C681B-206F-453B-959F-A958232287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950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D41BF1-0832-4BE7-BC5C-A3BC922E5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92363"/>
            <a:ext cx="9144000" cy="2387600"/>
          </a:xfrm>
        </p:spPr>
        <p:txBody>
          <a:bodyPr/>
          <a:lstStyle/>
          <a:p>
            <a:r>
              <a:rPr lang="en-US" dirty="0" err="1">
                <a:solidFill>
                  <a:srgbClr val="36A9E1"/>
                </a:solidFill>
                <a:latin typeface="Fredoka One (RUS BY ME)" panose="02000000000000000000" pitchFamily="2" charset="-52"/>
                <a:cs typeface="Fredoka" pitchFamily="2" charset="-79"/>
              </a:rPr>
              <a:t>FaceSpace</a:t>
            </a:r>
            <a:endParaRPr lang="ru-RU" dirty="0">
              <a:solidFill>
                <a:srgbClr val="36A9E1"/>
              </a:solidFill>
              <a:latin typeface="Fredoka One (RUS BY ME)" panose="02000000000000000000" pitchFamily="2" charset="-52"/>
              <a:cs typeface="Fredoka" pitchFamily="2" charset="-79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284197-95B0-4BFF-BBD0-E13D18195E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72038"/>
            <a:ext cx="9144000" cy="1655762"/>
          </a:xfrm>
        </p:spPr>
        <p:txBody>
          <a:bodyPr>
            <a:normAutofit/>
          </a:bodyPr>
          <a:lstStyle/>
          <a:p>
            <a:r>
              <a:rPr lang="ru-RU" sz="4000" dirty="0">
                <a:solidFill>
                  <a:schemeClr val="accent3">
                    <a:lumMod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Leelawadee UI Semilight" panose="020B0402040204020203" pitchFamily="34" charset="-34"/>
              </a:rPr>
              <a:t>Платформа для встреч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1A5E0F4-8502-4277-92DA-1B8FFDE67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600" y="584200"/>
            <a:ext cx="2844800" cy="2844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7E371C9-942F-4AA4-B09D-3B5E143B14B4}"/>
              </a:ext>
            </a:extLst>
          </p:cNvPr>
          <p:cNvSpPr/>
          <p:nvPr/>
        </p:nvSpPr>
        <p:spPr>
          <a:xfrm>
            <a:off x="0" y="6007100"/>
            <a:ext cx="12192000" cy="850900"/>
          </a:xfrm>
          <a:prstGeom prst="rect">
            <a:avLst/>
          </a:prstGeom>
          <a:solidFill>
            <a:srgbClr val="AADD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272C29-7C5E-492E-9D7A-FFD757D6B92D}"/>
              </a:ext>
            </a:extLst>
          </p:cNvPr>
          <p:cNvSpPr txBox="1"/>
          <p:nvPr/>
        </p:nvSpPr>
        <p:spPr>
          <a:xfrm>
            <a:off x="101600" y="6318250"/>
            <a:ext cx="533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Автор: Бендерский Стефан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3480B4-8D23-4AEA-9D46-61215D217C70}"/>
              </a:ext>
            </a:extLst>
          </p:cNvPr>
          <p:cNvSpPr txBox="1"/>
          <p:nvPr/>
        </p:nvSpPr>
        <p:spPr>
          <a:xfrm>
            <a:off x="5270500" y="6318250"/>
            <a:ext cx="6819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solidFill>
                  <a:schemeClr val="bg1"/>
                </a:solidFill>
              </a:rPr>
              <a:t>Сыктывкар, 2026 год</a:t>
            </a:r>
          </a:p>
        </p:txBody>
      </p:sp>
    </p:spTree>
    <p:extLst>
      <p:ext uri="{BB962C8B-B14F-4D97-AF65-F5344CB8AC3E}">
        <p14:creationId xmlns:p14="http://schemas.microsoft.com/office/powerpoint/2010/main" val="1012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 animBg="1"/>
      <p:bldP spid="10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09A495-8E3F-4CFE-86E0-759200898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rgbClr val="36A9E1"/>
                </a:solidFill>
              </a:rPr>
              <a:t>Описание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41888E-AA9C-4D55-AAD7-6D821BC62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err="1">
                <a:solidFill>
                  <a:schemeClr val="bg2">
                    <a:lumMod val="50000"/>
                  </a:schemeClr>
                </a:solidFill>
              </a:rPr>
              <a:t>FaceSpace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 - это уникальная платформа, где ты </a:t>
            </a:r>
            <a:r>
              <a:rPr lang="ru-RU" dirty="0" err="1">
                <a:solidFill>
                  <a:schemeClr val="bg2">
                    <a:lumMod val="50000"/>
                  </a:schemeClr>
                </a:solidFill>
              </a:rPr>
              <a:t>можеь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 найти подходящего человека для деловых, дружеских, любовных и прочего рода встреч.</a:t>
            </a:r>
          </a:p>
        </p:txBody>
      </p:sp>
    </p:spTree>
    <p:extLst>
      <p:ext uri="{BB962C8B-B14F-4D97-AF65-F5344CB8AC3E}">
        <p14:creationId xmlns:p14="http://schemas.microsoft.com/office/powerpoint/2010/main" val="391303246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eddoka">
      <a:majorFont>
        <a:latin typeface="Fredoka One (RUS BY ME)"/>
        <a:ea typeface=""/>
        <a:cs typeface=""/>
      </a:majorFont>
      <a:minorFont>
        <a:latin typeface="Fredoka One (RUS BY ME)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36</Words>
  <Application>Microsoft Office PowerPoint</Application>
  <PresentationFormat>Широкоэкранный</PresentationFormat>
  <Paragraphs>6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Fredoka One (RUS BY ME)</vt:lpstr>
      <vt:lpstr>Segoe UI Black</vt:lpstr>
      <vt:lpstr>Тема Office</vt:lpstr>
      <vt:lpstr>FaceSpace</vt:lpstr>
      <vt:lpstr>Описание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FaceSpace</dc:title>
  <dc:creator>Стефан Бендерский</dc:creator>
  <cp:lastModifiedBy>Стефан Бендерский</cp:lastModifiedBy>
  <cp:revision>5</cp:revision>
  <dcterms:created xsi:type="dcterms:W3CDTF">2026-05-11T20:36:55Z</dcterms:created>
  <dcterms:modified xsi:type="dcterms:W3CDTF">2026-05-11T20:58:00Z</dcterms:modified>
</cp:coreProperties>
</file>