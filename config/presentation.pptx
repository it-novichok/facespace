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A9E1"/>
    <a:srgbClr val="AA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BAF39-C88B-4CFA-BCA7-511B4FF48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B2E7C0-7741-4867-B51C-36A8426F7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C488-72EC-4049-8B90-84EF43FC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41A7F1-15F0-4024-BFCF-9EBF617A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60C5F-39C6-4AD5-9ED8-E483F1C5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29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A3D57-A45A-433C-8A59-A21FAEB8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0741D2-8E86-4648-A9FF-1816AC994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2EC48-E1BE-4785-8194-F147DBAD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FB8A84-08CA-47B7-A12B-1F91393D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F99517-B178-49C5-982A-1856C564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46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47FF1-5517-496A-A973-96A8AF59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15DBB5-D97F-4165-B3A0-52FD60161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B93051-E9FC-494D-BDCC-0758D631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B33CD0-ADC6-4473-AFDA-F3A6FEF8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645D0-9FB0-4E16-BDE8-B7F9ED30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54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67CFE-623D-428F-B87B-97418508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85445-8583-4CE4-8B30-134E00B87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854326-AC0E-4EF3-99F9-901CA21A5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231E4B-5B1F-4EC3-949A-8901524C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F45640-1015-48C1-B7EE-7BF847E1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229EE9-8698-41A1-B83A-948E8822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02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D6769-9021-40E5-B439-9E84E57C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719DF2-A3BE-4BC8-8F6D-2A08FA3A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D35BE4-8AFC-4B7E-9CAF-7E336D51A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B22AE9-266B-461C-83E0-497DD79C8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543066E-34C5-4B15-B1F1-762E27D1A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2C4ED7-CB13-4911-9D78-64334FE2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2D4227-4566-4E22-A1E6-5241C1C5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643BE0-D6D4-4689-87D9-B2B8546E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982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3B7ED-A70D-4DEA-9D12-9D6AE762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359AED-23AB-46E7-8810-34244A2D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D1E402A-3D1B-44CD-B347-9F063DDD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856397-4728-48B5-9FB4-90402463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899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9265F9-D5AA-4278-985E-BB82767C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94C7E91-999A-4359-954A-75390277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6FDA2B-5E2C-461E-B1FE-4E54AAD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19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E2BEA-05EF-4087-A66B-2DF263D2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8A1383-FED6-4F60-96C5-63A9F0411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398FC5-D9A5-401D-9E62-94F8E8408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F9B092-79BB-4EEA-A1BA-485676F1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C0EB2D-7342-4140-9AE1-F9ECD68B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CF0F1F-11EC-4A84-9E6B-1C6D93E8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08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C267E-339B-48A1-A5C0-ED8FD79F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4180E2-921C-486C-9DD1-11A6A78C3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8E59FA-79D7-4303-9736-4CAA29809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D83F54-369D-4E07-9FF4-61F9A5C0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501BED-7506-4650-94D0-7B0BA9C9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817145-0FA5-4560-892C-FB3FE001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08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DE4A0-ED19-4EE8-AE36-AFBED6F9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C4DEF3-B270-4C9A-BEA1-5CAF8F7F7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2901F4-0388-4F00-A976-6EB25CB9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4FFAF7-551B-409D-89D4-C26C360D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E1468-4ED7-474D-9F59-C19DC96C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37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D476F9-0735-4958-9331-CDD29AACF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9EB5E4-72C6-4317-889E-317C6A53D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3B12AF-D13C-48CE-AD0B-AFE2F722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14D197-7B63-405A-BBA3-CD6BB272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078730-E781-42CF-A6A5-106C206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1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CC42D-7A49-420A-A9ED-1228CBDC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2F2231-3F40-4A80-BEF1-97A73467E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888E-651B-465D-84F7-73111CD0E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7A919-6E1B-4A8F-B4AD-9FFE74647BA4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4000B3-C066-426B-A8D3-73E3D51A2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84219-4CF5-4B71-A40E-6816963E3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C681B-206F-453B-959F-A958232287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95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41BF1-0832-4BE7-BC5C-A3BC922E5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2363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Fredoka" pitchFamily="2" charset="-79"/>
              </a:rPr>
              <a:t>Face Space</a:t>
            </a:r>
            <a:endParaRPr lang="ru-RU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Fredoka" pitchFamily="2" charset="-79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84197-95B0-4BFF-BBD0-E13D18195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2038"/>
            <a:ext cx="9144000" cy="1655762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accent3">
                    <a:lumMod val="50000"/>
                  </a:schemeClr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Платформа для встреч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A5E0F4-8502-4277-92DA-1B8FFDE67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673600" y="584200"/>
            <a:ext cx="2844800" cy="28448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E371C9-942F-4AA4-B09D-3B5E143B14B4}"/>
              </a:ext>
            </a:extLst>
          </p:cNvPr>
          <p:cNvSpPr/>
          <p:nvPr/>
        </p:nvSpPr>
        <p:spPr>
          <a:xfrm>
            <a:off x="0" y="6007100"/>
            <a:ext cx="12192000" cy="850900"/>
          </a:xfrm>
          <a:prstGeom prst="rect">
            <a:avLst/>
          </a:prstGeom>
          <a:solidFill>
            <a:srgbClr val="AA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72C29-7C5E-492E-9D7A-FFD757D6B92D}"/>
              </a:ext>
            </a:extLst>
          </p:cNvPr>
          <p:cNvSpPr txBox="1"/>
          <p:nvPr/>
        </p:nvSpPr>
        <p:spPr>
          <a:xfrm>
            <a:off x="101600" y="631825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Автор: Бендерский Стефан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480B4-8D23-4AEA-9D46-61215D217C70}"/>
              </a:ext>
            </a:extLst>
          </p:cNvPr>
          <p:cNvSpPr txBox="1"/>
          <p:nvPr/>
        </p:nvSpPr>
        <p:spPr>
          <a:xfrm>
            <a:off x="5270500" y="6318250"/>
            <a:ext cx="681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Сыктывкар, 2026 год</a:t>
            </a:r>
          </a:p>
        </p:txBody>
      </p:sp>
    </p:spTree>
    <p:extLst>
      <p:ext uri="{BB962C8B-B14F-4D97-AF65-F5344CB8AC3E}">
        <p14:creationId xmlns:p14="http://schemas.microsoft.com/office/powerpoint/2010/main" val="10125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Описание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1888E-AA9C-4D55-AAD7-6D821BC6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 err="1" smtClean="0">
                <a:solidFill>
                  <a:srgbClr val="36A9E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Face</a:t>
            </a:r>
            <a:r>
              <a:rPr lang="en-US" sz="2400" i="1" dirty="0" smtClean="0">
                <a:solidFill>
                  <a:srgbClr val="36A9E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ru-RU" sz="2400" i="1" dirty="0" err="1" smtClean="0">
                <a:solidFill>
                  <a:srgbClr val="36A9E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Space</a:t>
            </a:r>
            <a:r>
              <a:rPr lang="ru-RU" sz="2400" dirty="0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- это уникальная платформа, где ты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може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шь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найти подходящего человека для деловых,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дружеских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романтических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и прочего рода встреч.</a:t>
            </a:r>
          </a:p>
        </p:txBody>
      </p:sp>
    </p:spTree>
    <p:extLst>
      <p:ext uri="{BB962C8B-B14F-4D97-AF65-F5344CB8AC3E}">
        <p14:creationId xmlns:p14="http://schemas.microsoft.com/office/powerpoint/2010/main" val="391303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Технические задачи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1888E-AA9C-4D55-AAD7-6D821BC6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767436"/>
            <a:ext cx="1123188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1) При помощи библиотеки </a:t>
            </a:r>
            <a:r>
              <a:rPr lang="ru-RU" sz="2400" b="1" i="1" dirty="0" err="1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flask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создать серверное приложение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2) При помощи библиотеки </a:t>
            </a:r>
            <a:r>
              <a:rPr lang="ru-RU" sz="2400" b="1" i="1" dirty="0" err="1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sqlalchemy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реализовать взаимодействие с базой данных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3) Добавить модель данных пользователя, объявления, категории объявления, действия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4) Разработать главную страницу сайта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5) Разработать страницу входа и 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регистрации,а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также реализовать регистрацию и вход пользователя на 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бэкенде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17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Технические задачи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1888E-AA9C-4D55-AAD7-6D821BC6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690688"/>
            <a:ext cx="1123188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6) Разработать страницу профиля пользователя.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7) Разработать страницу объявления.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8) Разработать страницу настроек.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9) Добавить возможность создания и редактирования  объявления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10) Добавить возможность ставить реакцию на объявление.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11) Добавить систему рекомендаций и систему поиска.</a:t>
            </a: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56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Реализация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1888E-AA9C-4D55-AAD7-6D821BC6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690688"/>
            <a:ext cx="1123188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- Серверное приложение и 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роутинг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реализовано в скрипте </a:t>
            </a:r>
            <a:r>
              <a:rPr lang="ru-RU" sz="2400" b="1" i="1" dirty="0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app.py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- Данные пользователей хранятся в SQL-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базахданных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 Взаимодействие с базой данных осуществляется при помощи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класса </a:t>
            </a:r>
            <a:r>
              <a:rPr lang="ru-RU" sz="2400" b="1" i="1" dirty="0" err="1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Database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- Для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хранения данных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пользователя, объявления, категории, действия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используются специальная модель данных, реализованная классом </a:t>
            </a:r>
            <a:r>
              <a:rPr lang="ru-RU" sz="2400" b="1" i="1" dirty="0" err="1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User</a:t>
            </a:r>
            <a:r>
              <a:rPr lang="ru-RU" sz="2400" b="1" i="1" dirty="0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, </a:t>
            </a:r>
            <a:r>
              <a:rPr lang="ru-RU" sz="2400" b="1" i="1" dirty="0" err="1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Advertisement</a:t>
            </a:r>
            <a:r>
              <a:rPr lang="ru-RU" sz="2400" b="1" i="1" dirty="0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, </a:t>
            </a:r>
            <a:r>
              <a:rPr lang="ru-RU" sz="2400" b="1" i="1" dirty="0" err="1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Category</a:t>
            </a:r>
            <a:r>
              <a:rPr lang="ru-RU" sz="2400" b="1" i="1" dirty="0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, </a:t>
            </a:r>
            <a:r>
              <a:rPr lang="ru-RU" sz="2400" b="1" i="1" dirty="0" err="1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Action</a:t>
            </a:r>
            <a:endParaRPr lang="ru-RU" sz="2400" b="1" i="1" dirty="0" smtClean="0">
              <a:solidFill>
                <a:srgbClr val="36A9E1"/>
              </a:solidFill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- Связь моделей данных осуществляется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через </a:t>
            </a:r>
            <a:r>
              <a:rPr lang="ru-RU" sz="2400" b="1" i="1" dirty="0" err="1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orm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-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Для создание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,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удаления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и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взаимодействия с моделями данных используются специальные сервисы.</a:t>
            </a: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  <a:p>
            <a:pPr>
              <a:buFontTx/>
              <a:buChar char="-"/>
            </a:pP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Стороннее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взаимодействие с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данными пользователя и объявлениями реализовано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в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REST-AP</a:t>
            </a:r>
            <a:r>
              <a:rPr lang="en-US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I</a:t>
            </a: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18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Ресурсы проекта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1888E-AA9C-4D55-AAD7-6D821BC6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1800687"/>
            <a:ext cx="1123188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В проекте использовались следующие </a:t>
            </a:r>
            <a:r>
              <a:rPr lang="ru-RU" sz="2400" dirty="0" err="1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библеотеки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1) Серверное приложение реализовано с помощью </a:t>
            </a:r>
            <a:r>
              <a:rPr lang="ru-RU" sz="2400" dirty="0" err="1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библеотеки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b="1" i="1" dirty="0" err="1" smtClean="0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flask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2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) Взаимодействие с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базой</a:t>
            </a:r>
            <a:r>
              <a:rPr lang="en-US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dirty="0" smtClean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данных 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реализовано при помощи 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библеотеки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b="1" i="1" dirty="0" err="1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sqlalchemy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3) 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Аутификация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пользователя реализовано при помощи </a:t>
            </a:r>
            <a:r>
              <a:rPr lang="ru-RU" sz="2400" dirty="0" err="1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библеоткеки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 </a:t>
            </a:r>
            <a:r>
              <a:rPr lang="ru-RU" sz="2400" b="1" i="1" dirty="0" err="1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flask_login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4) HTML-формы реализованы с помощью </a:t>
            </a:r>
            <a:r>
              <a:rPr lang="ru-RU" sz="2400" b="1" i="1" dirty="0" err="1">
                <a:solidFill>
                  <a:srgbClr val="36A9E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wtforms</a:t>
            </a:r>
            <a:r>
              <a:rPr lang="ru-RU" sz="240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ru-RU" sz="2400" dirty="0">
              <a:latin typeface="Segoe UI Light" panose="020B05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68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Скриншоты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98" y="1521461"/>
            <a:ext cx="5929769" cy="2864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53" y="3233424"/>
            <a:ext cx="6006538" cy="2864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741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Скриншоты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85" y="1521461"/>
            <a:ext cx="5899794" cy="2864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53" y="3274736"/>
            <a:ext cx="6006538" cy="2782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23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9A495-8E3F-4CFE-86E0-75920089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rgbClr val="36A9E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Скриншоты</a:t>
            </a:r>
            <a:endParaRPr lang="ru-RU" sz="4000" dirty="0">
              <a:solidFill>
                <a:srgbClr val="36A9E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85" y="1560554"/>
            <a:ext cx="5899794" cy="2786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185" y="3274736"/>
            <a:ext cx="5996074" cy="2782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117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eddoka">
      <a:majorFont>
        <a:latin typeface="Fredoka One (RUS BY ME)"/>
        <a:ea typeface=""/>
        <a:cs typeface=""/>
      </a:majorFont>
      <a:minorFont>
        <a:latin typeface="Fredoka One (RUS BY ME)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278</Words>
  <Application>Microsoft Office PowerPoint</Application>
  <PresentationFormat>Широкоэкранный</PresentationFormat>
  <Paragraphs>35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Fredoka</vt:lpstr>
      <vt:lpstr>Fredoka One (RUS BY ME)</vt:lpstr>
      <vt:lpstr>Segoe UI</vt:lpstr>
      <vt:lpstr>Segoe UI Black</vt:lpstr>
      <vt:lpstr>Segoe UI Light</vt:lpstr>
      <vt:lpstr>Тема Office</vt:lpstr>
      <vt:lpstr>Face Space</vt:lpstr>
      <vt:lpstr>Описание</vt:lpstr>
      <vt:lpstr>Технические задачи</vt:lpstr>
      <vt:lpstr>Технические задачи</vt:lpstr>
      <vt:lpstr>Реализация</vt:lpstr>
      <vt:lpstr>Ресурсы проекта</vt:lpstr>
      <vt:lpstr>Скриншоты</vt:lpstr>
      <vt:lpstr>Скриншоты</vt:lpstr>
      <vt:lpstr>Скриншоты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FaceSpace</dc:title>
  <dc:creator>Стефан Бендерский</dc:creator>
  <cp:lastModifiedBy>yandex2</cp:lastModifiedBy>
  <cp:revision>17</cp:revision>
  <dcterms:created xsi:type="dcterms:W3CDTF">2026-05-11T20:36:55Z</dcterms:created>
  <dcterms:modified xsi:type="dcterms:W3CDTF">2026-05-12T15:48:26Z</dcterms:modified>
</cp:coreProperties>
</file>